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Unified Portal — PoC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Author: Manuel Silva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